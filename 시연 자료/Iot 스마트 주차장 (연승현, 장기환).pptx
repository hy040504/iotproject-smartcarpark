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32512000" cy="1828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9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4677F-60FD-042D-B0E5-6E13F92C4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2992968"/>
            <a:ext cx="24384000" cy="636693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F87A70-5816-F9DD-6F53-5C9283E5F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0" y="9605435"/>
            <a:ext cx="24384000" cy="441536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BAF85-6DB3-45E7-1B93-0948D901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267349-B2B1-E26D-822D-4171EF90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FE64D1-36A5-1560-8FBE-02269BF2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16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B7A23-E447-3A73-B857-8CF33867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6E467-B53E-99FC-8AA1-B962DCB44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A43D7-D00D-01D0-3094-E72304DC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B8FC87-E07E-46B6-8956-B21E966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25BD6-3D68-53F9-94CB-9E33242B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83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D5181-5AD9-25B0-BE75-DD939579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267" y="4559305"/>
            <a:ext cx="28041600" cy="760729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588F7A-5571-6207-70B8-644D25DA4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8267" y="12238572"/>
            <a:ext cx="28041600" cy="40004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9F1410-F6F1-A18D-2838-9C7FC6EA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37F180-635D-8AC5-953A-2066B02F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8F98F-BEEC-D775-4B65-BAE87517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2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0360F-4B83-9E6A-5E64-232B7AFA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15B52C-3DDD-12FD-3FBF-E2F671151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5200" y="4868333"/>
            <a:ext cx="13817600" cy="11603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6E46B4-2793-3574-C0CC-42A6410C1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459200" y="4868333"/>
            <a:ext cx="13817600" cy="11603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36C098-DA52-55F5-2B42-41B77359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F2F459-9933-BF4D-0808-180FC8BE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D2EFE4-5853-C323-690D-C0E2F8A5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762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802B5-4828-D45C-54CE-CC6093CB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435" y="973671"/>
            <a:ext cx="28041600" cy="353483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BAFB66-2F19-2A86-8B07-932FB4AD8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9437" y="4483101"/>
            <a:ext cx="13754099" cy="21970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17EDB5-401C-256A-6333-39D72C483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9437" y="6680200"/>
            <a:ext cx="13754099" cy="9825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FDD254-3395-233B-4465-3AA46D17E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459201" y="4483101"/>
            <a:ext cx="13821835" cy="21970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400A94-F156-81BE-ACFF-F62AFCC39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459201" y="6680200"/>
            <a:ext cx="13821835" cy="9825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C70CB8-7AA2-50B6-9EE6-E9219296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A30362-CB2C-57E8-9DB2-1DDD5142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B195DF-0BD6-73A4-DD11-B3694C39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62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0D03F-7136-22A3-F15D-82CE897E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F76EE-47FC-E8DF-DCE3-4F6FEDF7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2C0DD3-830F-B717-80A1-3DE73AE9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D5F3FD-B946-6594-97A5-AF7CE695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43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9CBDD0-87CE-47EE-9F87-DB6DBAB8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6970E5-F069-E729-2BC1-8CD9966D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C1A1B-2E42-44D7-82C6-E17FD194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53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0CB58-9D97-E2AF-18C5-F06B328B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437" y="1219200"/>
            <a:ext cx="10485965" cy="4267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A0964-137B-818B-6B3F-7E8C05FD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835" y="2633138"/>
            <a:ext cx="16459200" cy="129963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C6FC5C-0856-CBE9-D545-B6846E6F3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9437" y="5486400"/>
            <a:ext cx="10485965" cy="10164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638EEA-28C5-8BD3-9395-A623736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08F12B-DBE7-8B69-4A5E-11A9D7B0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2E2724-313B-298C-0702-46652943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5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1CA31-3A6F-8B0D-17FD-A0591206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437" y="1219200"/>
            <a:ext cx="10485965" cy="4267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02E103-5059-E100-3279-2EE23B338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821835" y="2633138"/>
            <a:ext cx="16459200" cy="129963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77F95A-A4B7-27C6-03CE-987C53310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9437" y="5486400"/>
            <a:ext cx="10485965" cy="10164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8429DA-B1C2-CFA4-233D-FEA38776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DF3303-FC82-8DDF-CFAE-6484590B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1E5BB1-9F12-B132-31BB-077F0588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2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18C38-5145-5548-A1EB-EEB960E9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68BBFF-DFBE-7939-BACC-19107005D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34E8F-549B-7D88-86E6-80110BA7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D5DA04-1315-52DA-248E-B431660D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974AD-13C5-E9E2-8353-9BD38C8B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09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95F739-8D0C-DAED-E173-1F4BB38F4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266400" y="973667"/>
            <a:ext cx="7010400" cy="1549823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3A6657-83A5-2BAF-3002-7BA27D292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35200" y="973667"/>
            <a:ext cx="20624800" cy="1549823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3F96C0-C8F3-F173-AAB8-35274C08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3A998-1DF0-28D4-E4A1-0150C739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0FA04-EADB-8EA8-A2E3-8FF2D996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24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179FD3-F5C8-16F9-AB56-EA7FD61F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0" y="973671"/>
            <a:ext cx="280416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CCF50-4058-BEC8-F29E-78C28BB3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5200" y="4868333"/>
            <a:ext cx="280416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7BE53-7433-0727-F3CB-66FEA6134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35200" y="16950271"/>
            <a:ext cx="7315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ABB53-D704-4685-83AB-5808196ED9D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E7315-0237-98DE-AE20-CDE940536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69600" y="16950271"/>
            <a:ext cx="10972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7A2B0-9847-4F2C-425F-0B98A6074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961600" y="16950271"/>
            <a:ext cx="7315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2BF89-3C3F-462E-9578-3F68EF77B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9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E8FB15-2BC8-FCB0-0BA3-37A89EDE69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6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FAF3C9-4BD1-86BF-0B52-7855488E8B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1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4FE2C8-D560-AE3A-D124-1BA4EB8548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3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FAC683-7097-A55F-C09E-F807CF97C6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8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DCC451-5C63-0496-6825-5DA818CB0A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6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F6B7A8-C5D7-1E79-BCA5-D5942558D7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5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6F887F-1BE1-A8BB-AE45-2AF5F96229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6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8A1484-DF53-99F3-ACBC-F1B86711C0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4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535DD9-E210-F964-068D-04824FC5E4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8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29DDF-D07B-DC78-DBF0-6AED2C12E9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0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588EC7-B95E-5D9F-A01F-1F2B64881D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7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B2778D-AFC5-1A3F-9213-BB99CB8C33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7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A0E44A-4DA1-471E-D027-D07856F997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33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834B2B-C942-C3E2-4506-B2DB807FC5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9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B86912-F16D-F6C1-769A-4302CEA788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6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EAB1D8-5B0B-4B4F-FCD1-F039587F8E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38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77DB41-CCDC-A26C-5CB9-F18E45BB88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01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E63238-B95B-19D4-EAAF-2FBDC33571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67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3F3486-A5AB-CBFF-F86B-90F0E04790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3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D632A8-D8BF-9B82-2170-CE611DF94A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8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승현 연</dc:creator>
  <cp:lastModifiedBy>승현 연</cp:lastModifiedBy>
  <cp:revision>1</cp:revision>
  <dcterms:created xsi:type="dcterms:W3CDTF">2026-06-14T17:52:35Z</dcterms:created>
  <dcterms:modified xsi:type="dcterms:W3CDTF">2026-06-14T17:52:35Z</dcterms:modified>
</cp:coreProperties>
</file>